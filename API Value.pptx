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5D87526-5986-4805-9A0C-28DE5A6E365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9888DD-1824-433D-93E6-107CB483B5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293149-04DB-480C-B99F-2D0FF8BD0396}" type="datetimeFigureOut">
              <a:rPr lang="en-US" smtClean="0"/>
              <a:t>8/7/2020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25C994-C8B9-41AB-8285-66D0016831E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06165D-EDA6-4378-9333-DCA63E4C44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31F872-3A93-40C4-8D47-FB2AF6E4D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6659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46B5E7-5914-46DF-85A8-EF1878587CCC}" type="datetimeFigureOut">
              <a:rPr lang="en-US" smtClean="0"/>
              <a:t>8/7/2020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D1EDB5-B54C-40F7-AED3-6FEDBDE30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326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113CC-7875-4F05-B815-54E7DAAA6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25AB9-E299-4AB1-A2B0-EB80E50F9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1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682E1-71F1-43FC-9C45-FBCB64B57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C353A-A497-4FE5-BFA6-2FC0A50C3DBA}" type="datetimeFigureOut">
              <a:rPr lang="en-US" noProof="0" smtClean="0"/>
              <a:t>8/7/2020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DD2E0-D7DC-4BEF-A3A0-6DB5E16D9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51739-427E-47C0-B7B5-39F607DBF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C632-CBE0-46E5-90EF-472F97772B7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53101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F92E8F-54AB-46D3-88CF-E717BC212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30E8A0-AA93-4D38-81C5-EC63E1EC3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FE646-8520-427D-ACD3-69976EEBF7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9F822C-F838-414C-BE88-4C36BDF8A5E0}" type="datetimeFigureOut">
              <a:rPr lang="en-US" smtClean="0"/>
              <a:t>8/7/2020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5FDAB-3FCC-421B-B8DF-073DEE2E26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FBED1-D092-4841-B651-580D34D551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5DBF2-A8CF-448E-B167-C826703D0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112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511340" y="-3886425"/>
            <a:ext cx="3305953" cy="11719034"/>
          </a:xfrm>
        </p:spPr>
      </p:pic>
      <p:cxnSp>
        <p:nvCxnSpPr>
          <p:cNvPr id="10" name="Straight Connector 9"/>
          <p:cNvCxnSpPr/>
          <p:nvPr/>
        </p:nvCxnSpPr>
        <p:spPr>
          <a:xfrm flipV="1">
            <a:off x="9122979" y="1723697"/>
            <a:ext cx="1629104" cy="24759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04799" y="3804745"/>
            <a:ext cx="8818180" cy="254350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630621" y="4014952"/>
            <a:ext cx="8156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1. Cash Balance:- As on Date total Balance of (Cash in Hand ) Group.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630621" y="4421071"/>
            <a:ext cx="8156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2. Bank Balance:- As on Date total Balance of (Bank Account ) Group.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630621" y="4827924"/>
            <a:ext cx="8156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3. Customer Balance:- As on Date total Balance of (Sundry Debtors) Group:-    (outstanding Balance only)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630621" y="5474255"/>
            <a:ext cx="8156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4. Vendor Balance:- As on Date total Balance of (Sundry Creditors) Group:-  (outstanding Balance only)</a:t>
            </a:r>
            <a:endParaRPr lang="en-US" dirty="0"/>
          </a:p>
        </p:txBody>
      </p:sp>
      <p:cxnSp>
        <p:nvCxnSpPr>
          <p:cNvPr id="21" name="Straight Connector 20"/>
          <p:cNvCxnSpPr/>
          <p:nvPr/>
        </p:nvCxnSpPr>
        <p:spPr>
          <a:xfrm flipV="1">
            <a:off x="7199586" y="3520966"/>
            <a:ext cx="3478924" cy="11035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800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511340" y="-3886425"/>
            <a:ext cx="3305953" cy="11719034"/>
          </a:xfrm>
        </p:spPr>
      </p:pic>
      <p:sp>
        <p:nvSpPr>
          <p:cNvPr id="15" name="Rounded Rectangle 14"/>
          <p:cNvSpPr/>
          <p:nvPr/>
        </p:nvSpPr>
        <p:spPr>
          <a:xfrm>
            <a:off x="304799" y="3804745"/>
            <a:ext cx="8818180" cy="254350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630621" y="4014952"/>
            <a:ext cx="8156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1. Customer Outstanding:- As on Date:- Total Outstanding Amount of Sundry Debtors Group. 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630621" y="4655293"/>
            <a:ext cx="8156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2. Sales:- As on Date:- Total Sales Value of (Sundry Debtors Group only) except cash and bank group.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630621" y="5474255"/>
            <a:ext cx="8156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3. Received:- As on Date Total Received Balance of (Sundry Debtors Only)</a:t>
            </a:r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8429297" y="1502979"/>
            <a:ext cx="903889" cy="2301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4664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511340" y="-3886425"/>
            <a:ext cx="3305953" cy="11719034"/>
          </a:xfrm>
        </p:spPr>
      </p:pic>
      <p:sp>
        <p:nvSpPr>
          <p:cNvPr id="15" name="Rounded Rectangle 14"/>
          <p:cNvSpPr/>
          <p:nvPr/>
        </p:nvSpPr>
        <p:spPr>
          <a:xfrm>
            <a:off x="304799" y="3804745"/>
            <a:ext cx="8818180" cy="254350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630621" y="4014952"/>
            <a:ext cx="8156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1. Vendor Outstanding:- As on Date:- Total Outstanding Amount of (Sundry Creditor Group only. )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630621" y="4655293"/>
            <a:ext cx="8156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2. Purchase:- As on Date:- Total Purchase Value of (Sundry Creditor Group only) except cash and bank group.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630621" y="5474255"/>
            <a:ext cx="8156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3. Paid:- As on Date Total Paid Balance of (Sundry Creditors Only)</a:t>
            </a:r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7147035" y="1460965"/>
            <a:ext cx="903889" cy="2301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016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511340" y="-3886425"/>
            <a:ext cx="3305953" cy="11719034"/>
          </a:xfrm>
        </p:spPr>
      </p:pic>
      <p:sp>
        <p:nvSpPr>
          <p:cNvPr id="15" name="Rounded Rectangle 14"/>
          <p:cNvSpPr/>
          <p:nvPr/>
        </p:nvSpPr>
        <p:spPr>
          <a:xfrm>
            <a:off x="304799" y="3804745"/>
            <a:ext cx="5002925" cy="292825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630621" y="4014952"/>
            <a:ext cx="4466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 Purchase &amp; Sales (Summary)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630621" y="4412797"/>
            <a:ext cx="4677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1. Purchase:- Weekly(Today Before 7 Days):- Total Purchase Value.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630621" y="5060003"/>
            <a:ext cx="4550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r>
              <a:rPr lang="en-US" dirty="0" smtClean="0"/>
              <a:t>. Sales:- </a:t>
            </a:r>
            <a:r>
              <a:rPr lang="en-US" dirty="0"/>
              <a:t>Weekly(Today Before 7 Days):- Total </a:t>
            </a:r>
            <a:r>
              <a:rPr lang="en-US" dirty="0" smtClean="0"/>
              <a:t>Sales </a:t>
            </a:r>
            <a:r>
              <a:rPr lang="en-US" dirty="0"/>
              <a:t>Value.</a:t>
            </a:r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5013434" y="882475"/>
            <a:ext cx="1502980" cy="30168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6957849" y="3405365"/>
            <a:ext cx="10510" cy="3468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423339" y="3804746"/>
            <a:ext cx="6600495" cy="159757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This is Date Selection Option. By Default the values can show Weekly(Today Before 7 Days). If user can select Date option then Purchase and sales values and graphs values also can be changed as per selection Date.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46386" y="5716888"/>
            <a:ext cx="45509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3. Graph Values : By Default Graph values are showing in weekly, Todays (Before 7 days values.)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2028497" y="2322785"/>
            <a:ext cx="3163614" cy="34684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4173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742104" y="-3886425"/>
            <a:ext cx="2844425" cy="11719034"/>
          </a:xfrm>
        </p:spPr>
      </p:pic>
      <p:sp>
        <p:nvSpPr>
          <p:cNvPr id="15" name="Rounded Rectangle 14"/>
          <p:cNvSpPr/>
          <p:nvPr/>
        </p:nvSpPr>
        <p:spPr>
          <a:xfrm>
            <a:off x="304799" y="3804745"/>
            <a:ext cx="5002925" cy="292825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630621" y="4014952"/>
            <a:ext cx="4466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 Sales Order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630621" y="4318207"/>
            <a:ext cx="4677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1. Order:- Weekly(Today Before 7 Days):- Total Sales Order Values.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630621" y="4933883"/>
            <a:ext cx="45509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r>
              <a:rPr lang="en-US" dirty="0" smtClean="0"/>
              <a:t>. Dispatched:- </a:t>
            </a:r>
            <a:r>
              <a:rPr lang="en-US" dirty="0"/>
              <a:t>Weekly(Today Before 7 Days):- Total </a:t>
            </a:r>
            <a:r>
              <a:rPr lang="en-US" dirty="0" smtClean="0"/>
              <a:t>Sales or Delivery Note values. With Compulsory Reference of sales order. </a:t>
            </a:r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4918841" y="1765738"/>
            <a:ext cx="1618593" cy="20390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6957849" y="3405365"/>
            <a:ext cx="10510" cy="3468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423339" y="3804746"/>
            <a:ext cx="6600495" cy="159757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This is Date Selection Option. By Default the values can show Weekly(Today Before 7 Days). If user can select Date option then Purchase and sales values and graphs values also can be changed as per selection Date.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46386" y="5864028"/>
            <a:ext cx="45509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3. Graph Values : By Default Graph values are showing in weekly, Todays (Before 7 days values.)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1524000" y="2369309"/>
            <a:ext cx="3915104" cy="36531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917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742104" y="-3886424"/>
            <a:ext cx="2844425" cy="11719031"/>
          </a:xfrm>
        </p:spPr>
      </p:pic>
      <p:sp>
        <p:nvSpPr>
          <p:cNvPr id="15" name="Rounded Rectangle 14"/>
          <p:cNvSpPr/>
          <p:nvPr/>
        </p:nvSpPr>
        <p:spPr>
          <a:xfrm>
            <a:off x="304799" y="3804745"/>
            <a:ext cx="5002925" cy="292825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630621" y="4014952"/>
            <a:ext cx="4466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 Purchase Order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630621" y="4318207"/>
            <a:ext cx="4677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1. Order:- Weekly(Today Before 7 Days):- Total Purchase Order Values.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630621" y="4933883"/>
            <a:ext cx="45509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r>
              <a:rPr lang="en-US" dirty="0" smtClean="0"/>
              <a:t>. Delivered:- </a:t>
            </a:r>
            <a:r>
              <a:rPr lang="en-US" dirty="0"/>
              <a:t>Weekly(Today Before 7 Days):- </a:t>
            </a:r>
            <a:r>
              <a:rPr lang="en-US" dirty="0" smtClean="0"/>
              <a:t>Total Purchase or Receipt Note values. With Compulsory Reference of Purchase order. </a:t>
            </a:r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4918841" y="2827283"/>
            <a:ext cx="1566042" cy="9774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6968358" y="3195143"/>
            <a:ext cx="10511" cy="5990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423339" y="3804746"/>
            <a:ext cx="6600495" cy="159757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This is Date Selection Option. By Default the values can show Weekly(Today Before 7 Days). If user can select Date option then Purchase and sales values and graphs values also can be changed as per selection Date.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46386" y="5864028"/>
            <a:ext cx="45509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3. Graph Values : By Default Graph values are showing in weekly, Todays (Before 7 days values.)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1524000" y="2369309"/>
            <a:ext cx="3915104" cy="36531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0868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511340" y="-3886425"/>
            <a:ext cx="3305953" cy="11719034"/>
          </a:xfrm>
        </p:spPr>
      </p:pic>
      <p:sp>
        <p:nvSpPr>
          <p:cNvPr id="15" name="Rounded Rectangle 14"/>
          <p:cNvSpPr/>
          <p:nvPr/>
        </p:nvSpPr>
        <p:spPr>
          <a:xfrm>
            <a:off x="304798" y="4004435"/>
            <a:ext cx="11719035" cy="2543503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/>
              <a:t>Total Payables : Top 5 Vendor (Sundry Creditors) Parties List According to his Outstanding Amount (order by Outstanding Amount Rs.10 to Rs.1)</a:t>
            </a:r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3216166" y="882869"/>
            <a:ext cx="588579" cy="30953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2569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511340" y="-3886425"/>
            <a:ext cx="3305953" cy="11719034"/>
          </a:xfrm>
        </p:spPr>
      </p:pic>
      <p:sp>
        <p:nvSpPr>
          <p:cNvPr id="15" name="Rounded Rectangle 14"/>
          <p:cNvSpPr/>
          <p:nvPr/>
        </p:nvSpPr>
        <p:spPr>
          <a:xfrm>
            <a:off x="304798" y="4004435"/>
            <a:ext cx="11719035" cy="2543503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1629103" y="882869"/>
            <a:ext cx="2196662" cy="35209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872359" y="4330262"/>
            <a:ext cx="10983310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1. Top </a:t>
            </a:r>
            <a:r>
              <a:rPr lang="en-US" dirty="0"/>
              <a:t>Payables : Top 5 Vendor (Sundry Creditors) Parties List According to his Outstanding Amount (order by Outstanding Amount Rs.10 to Rs.1</a:t>
            </a:r>
            <a:r>
              <a:rPr lang="en-US" dirty="0" smtClean="0"/>
              <a:t>) As on Date.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67109" y="5029203"/>
            <a:ext cx="10983310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r>
              <a:rPr lang="en-US" dirty="0" smtClean="0"/>
              <a:t>. Top Receivables </a:t>
            </a:r>
            <a:r>
              <a:rPr lang="en-US" dirty="0"/>
              <a:t>: Top 5 </a:t>
            </a:r>
            <a:r>
              <a:rPr lang="en-US" dirty="0" smtClean="0"/>
              <a:t>Customers </a:t>
            </a:r>
            <a:r>
              <a:rPr lang="en-US" dirty="0"/>
              <a:t>(Sundry </a:t>
            </a:r>
            <a:r>
              <a:rPr lang="en-US" dirty="0" smtClean="0"/>
              <a:t>Debtors) </a:t>
            </a:r>
            <a:r>
              <a:rPr lang="en-US" dirty="0"/>
              <a:t>Parties List According to his Outstanding Amount (order by Outstanding Amount Rs.10 to Rs.1</a:t>
            </a:r>
            <a:r>
              <a:rPr lang="en-US" dirty="0" smtClean="0"/>
              <a:t>) As on Date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72369" y="5728140"/>
            <a:ext cx="10983310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3</a:t>
            </a:r>
            <a:r>
              <a:rPr lang="en-US" dirty="0" smtClean="0"/>
              <a:t>. Top Suppliers </a:t>
            </a:r>
            <a:r>
              <a:rPr lang="en-US" dirty="0"/>
              <a:t>: Top 5 </a:t>
            </a:r>
            <a:r>
              <a:rPr lang="en-US" dirty="0" smtClean="0"/>
              <a:t>Vendors </a:t>
            </a:r>
            <a:r>
              <a:rPr lang="en-US" dirty="0"/>
              <a:t>(Sundry </a:t>
            </a:r>
            <a:r>
              <a:rPr lang="en-US" dirty="0" smtClean="0"/>
              <a:t>Creditors) </a:t>
            </a:r>
            <a:r>
              <a:rPr lang="en-US" dirty="0"/>
              <a:t>Parties List According </a:t>
            </a:r>
            <a:r>
              <a:rPr lang="en-US" dirty="0" smtClean="0"/>
              <a:t>to his Total Purchase Values </a:t>
            </a:r>
            <a:r>
              <a:rPr lang="en-US" dirty="0"/>
              <a:t>(order by </a:t>
            </a:r>
            <a:r>
              <a:rPr lang="en-US" dirty="0" smtClean="0"/>
              <a:t>Total Purchase </a:t>
            </a:r>
            <a:r>
              <a:rPr lang="en-US" dirty="0"/>
              <a:t>Amount Rs.10 to Rs.1</a:t>
            </a:r>
            <a:r>
              <a:rPr lang="en-US" dirty="0" smtClean="0"/>
              <a:t>) As on Date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608083" y="2228193"/>
            <a:ext cx="2280745" cy="28010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1723697" y="3237186"/>
            <a:ext cx="2217682" cy="24909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4987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Recordsur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D184F"/>
      </a:accent1>
      <a:accent2>
        <a:srgbClr val="F59120"/>
      </a:accent2>
      <a:accent3>
        <a:srgbClr val="EA2B7B"/>
      </a:accent3>
      <a:accent4>
        <a:srgbClr val="3F3F3F"/>
      </a:accent4>
      <a:accent5>
        <a:srgbClr val="F2F2F2"/>
      </a:accent5>
      <a:accent6>
        <a:srgbClr val="2D184F"/>
      </a:accent6>
      <a:hlink>
        <a:srgbClr val="2D184F"/>
      </a:hlink>
      <a:folHlink>
        <a:srgbClr val="2D184F"/>
      </a:folHlink>
    </a:clrScheme>
    <a:fontScheme name="Custom 242">
      <a:majorFont>
        <a:latin typeface="Rockwell"/>
        <a:ea typeface=""/>
        <a:cs typeface=""/>
      </a:majorFont>
      <a:minorFont>
        <a:latin typeface="Corbe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imeline from Smartart_03_SB_MO - v5" id="{425EA364-DCB0-43CA-AF00-818259ABB39D}" vid="{79945F6C-7F23-4807-8DFE-8CDF775AD49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ECF931-103B-45DC-BD65-E857FF219F39}">
  <ds:schemaRefs>
    <ds:schemaRef ds:uri="16c05727-aa75-4e4a-9b5f-8a80a1165891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2D74EB9B-7266-4B7D-8D05-61AFFA2D98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612E19-D4B9-46B2-8454-FD75D2F4E6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Project milestones timeline</Template>
  <TotalTime>0</TotalTime>
  <Words>614</Words>
  <Application>Microsoft Office PowerPoint</Application>
  <PresentationFormat>Widescreen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Corbel</vt:lpstr>
      <vt:lpstr>Rockwell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2020-08-07T09:40:53Z</dcterms:created>
  <dcterms:modified xsi:type="dcterms:W3CDTF">2020-08-09T03:36:45Z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